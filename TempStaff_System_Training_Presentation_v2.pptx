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TempStaff System Training Deck</a:t>
            </a:r>
          </a:p>
          <a:p>
            <a:pPr>
              <a:defRPr sz="2000">
                <a:solidFill>
                  <a:srgbClr val="0D9488"/>
                </a:solidFill>
                <a:latin typeface="Arial"/>
              </a:defRPr>
            </a:pPr>
            <a:r>
              <a:t>System Roles, Key Functions, Modules &amp; Standard Operating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Target Audience: HR Managers, HR Officers, Payroll Officers &amp; System Administrators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Key Objective: Master contract lifecycle tracking, SSNIT/Petra deductions, and role-based permissions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System Version: 2026 Enterprise Edition | Location: DVLA HR &amp; Payroll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Executive Overview &amp; System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66944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Contract Expiration Control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Automates 6-month contract cycle tracking with real-time alerts for staff expiring within 30 days to prevent compliance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0488" y="1828800"/>
            <a:ext cx="5266944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5740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Statutory Deductions Engine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Computes SSNIT Tier 1 (5.5% / 13%) and Petra Tier 3 (5% / 5%) deductions seamlessly based on active salary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266944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Role-Based Security &amp; Access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Enforces strict permission boundaries separating HR operational management, financial oversight, and system administration.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4114800"/>
            <a:ext cx="5266944" cy="1097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34340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Audit Compliance &amp; Logs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Maintains an unalterable audit trail recording every staff creation, contract renewal, payment hold, and profile modification.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System User Roles &amp; Core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Super Admin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SYSTEM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User account provisioning &amp; authentication management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System-wide parameters &amp; global configuration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Unrestricted portal oversight across all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82880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828800"/>
            <a:ext cx="256032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HR Manager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CONTRACT &amp; FINANCIAL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926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Full staff CRUD, contract renewals &amp; approvals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Configuring SSNIT &amp; Petra statutory deduction rates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Batch data imports, export reports &amp; audit trail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82880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828800"/>
            <a:ext cx="256032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HR Officer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DAY-TO-DAY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926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Creating staff profiles &amp; editing bio-data via Pencil Icon ✏️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Initiating renewal requests &amp; checking contract status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Restricted from changing financial controls or audit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82880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828800"/>
            <a:ext cx="2560320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Finance / Payroll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PAYROLL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92608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Generating &amp; reviewing monthly payslips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Verifying statutory SSNIT &amp; Petra deduction breakdown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Managing payment status (Paid, Unpaid, On Hold)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Role Permissions &amp; Access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455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Portal Feature / 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Super Admin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HR Manager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HR Officer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Finance / Payroll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View Dashboard &amp; Expirations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Staff Profile Creation &amp; Pencil Edit ✏️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Edit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Contract Renewal &amp; Termination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Initiate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Statutory Deductions (SSNIT/Petra)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Configure &amp;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Restricted 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Payslip Generation &amp; Export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Restricted 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Excel/CSV Bulk Import &amp;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Restricted 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Export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Audit Trail Logs &amp; System History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Restricted 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1: Executive Dashboard &amp; Alert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5643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Real-time Key Metrics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Total Temporary Staff Count across all departments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Active Contracts vs Expiring Contracts vs Terminated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Departmental Distribution breakdown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456432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Automated Renewal Alert System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Identifies staff contracts expiring within 30 Days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Highlights overdue/expired contracts requiring immediate action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Direct 1-click renewal action button from dashboard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4" y="1828800"/>
            <a:ext cx="345643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Approval Queue &amp; Notifications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Pending approval list for contract extensions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Submission tracking showing officer name and timestamp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Quick access modal for detailed staff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2: 6-Month Contract Lifecycle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1. Staff Onboarding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Register bio-data, Staff Code, SSNIT, Ghana Card (NIA), Bank Account &amp; Base Salary.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560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828800"/>
            <a:ext cx="256032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011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2. Auto 6-Month Cycle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System automatically calculates contract End Date exactly 6 months from Start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828800"/>
            <a:ext cx="2560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828800"/>
            <a:ext cx="25603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011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3. Expiration Tracking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System flags contracts entering the 30-day expiration window on the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828800"/>
            <a:ext cx="2560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18288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2011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4. Renewal / Terminate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HR extends contract by +6 months (Renewal #2, #3...) or logs formal termination.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CRITICAL CONTRACT RULES &amp; CONTROLS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✔ Single Active Contract Rule: A staff member can only have ONE active contract at any point in time.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✔ Renewal Counter: Each renewal increments the cycle counter (e.g. Renewal #1, #2) while archiving historical contracts.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✔ Payment Holds: HR Officers can flag staff as 'Unpaid / On Hold' with mandatory reason logging without terminating contract.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3: SSNIT &amp; Petra Statutory Deductions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SSNIT Tier 1 Contribution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Employee Contribution: 5.50% (Deducted from staff basic salary)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Employer Contribution: 13.00% (Paid by organization)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Total SSNIT Remittance: 18.50% of Basic Allowance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Mandatory Verification: Requires valid 13-digit SSNIT Number &amp; Ghana Card (NIA) Number.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Automated Exception Flagging: System highlights staff missing SSNIT numbers for resolution before monthly payroll cutoff.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Petra Provident Fund (Tier 3)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Employee Tier 3 Rate: 5.00% standard deduction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Employer Tier 3 Match: 5.00% organizational match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Petra Template Integration: Generates pre-formatted Petra Trust Excel schedules directly.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Dynamic Rate Configuration: HR Managers can adjust deduction percentages via deduction settings screen.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• Historical Auditing: Stores monthly snapshot of deduction rates applied per payroll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4: Payslip Generation &amp; Monthly Payroll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66944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1. Monthly Validation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Validate active staff list, payment status (Paid vs On Hold), and active contract status before running payroll.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0488" y="1828800"/>
            <a:ext cx="5266944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2. Deductions Calculation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System calculates Gross Salary, SSNIT Employee (5.5%), Petra (5%), and computes exact Net Salary payable.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266944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3. Payslip Generation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Generate individual digital payslips or batch printable payslips with bank account &amp; branch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4114800"/>
            <a:ext cx="5266944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297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4. Export &amp; Distribution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Export formatted Excel payslip summaries and PDF documents for distribution to temporary staff.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5: Data Management, Imports &amp; Exports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Bulk Import Features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Excel &amp; CSV Onboarding: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Upload master staff lists directly from Excel templates without manual single-entry work.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Validation Check: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Automatic checks for duplicate Staff Codes, invalid SSNIT numbers, or missing bank details during import.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Error Logging: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Detailed reporting of failed import rows so officers can fix data anomalies prior to final database sync.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Export &amp; Reporting Capabilities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Custom Filtered Exports: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Export staff lists filtered by Department, Active Status, Expiration Window, or Payment Status.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Statutory Schedules: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One-click export of monthly SSNIT contribution schedules and Petra Trust pension templates.</a:t>
            </a:r>
          </a:p>
          <a:p>
            <a:pPr>
              <a:spcAft>
                <a:spcPts val="400"/>
              </a:spcAft>
              <a:defRPr b="1" sz="1300">
                <a:solidFill>
                  <a:srgbClr val="1F2937"/>
                </a:solidFill>
              </a:defRPr>
            </a:pPr>
            <a:r>
              <a:t>• Audit History Reports: 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   Export log files for internal HR review, external auditors, or executive management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Module 6: Security, Audit Trail &amp;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66944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Automated Audit Trail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Every system action (Create, Update, Renew, Terminate, Payment Hold) is recorded in an immutable audit table with timestamp and user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828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0488" y="1828800"/>
            <a:ext cx="5266944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Role Access Protection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Next.js middleware enforces strict role authorization guards blocking unauthorized access to financial and administrative endpoints.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266944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Session Security &amp; Cookie Auth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Secure cookie session management with automatic expiration prevents unauthorized active session hijack.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4114800"/>
            <a:ext cx="5266944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4114800"/>
            <a:ext cx="5266944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297680"/>
            <a:ext cx="49011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Data Integrity Checks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Unique constraints on Staff Code, SSNIT Number, and Ghana Card (NIA) ensure zero duplicate employee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TEMPSTAFF SYSTEM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Standard Operating Procedures (SOP Checklist)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5643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Daily HR Operations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Check Dashboard for contract expirations in the &lt; 30 Days window.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Initiate renewal procedures for staff recommended by department heads.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Verify all new staff onboarding profiles for complete SSNIT &amp; Bank info.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456432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Monthly Payroll Cutoff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Verify staff payment holds and resolve unpaid reason notes with HR Manager.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Generate SSNIT Tier 1 &amp; Petra Tier 3 deduction reports for finance review.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Run batch payslip generation and verify net pay accuracy against master bank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5643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4" y="1828800"/>
            <a:ext cx="345643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20574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Quarterly System Review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Export full staff audit log for compliance review.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Reconcile terminated contracts and ensure archived status consistency.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Perform database backup and system integrity verification.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&amp; Key Takeaways for Trainees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1. Proactive Expiration Management: Never let contracts silently lapse—monitor the dashboard daily.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2. Strict Role Adherence: Respect role boundaries (HR Officer vs HR Manager vs Finance) to ensure financial control.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3. Zero Tolerance for Missing SSNIT: Ensure every staff profile has valid SSNIT &amp; Ghana Card credentials before payroll cutoff.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4. Audit Transparency: Remember every modification is logged—always provide accurate notes for payment holds and terminations.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5. System Support &amp; Helpdesk: For assistance, contact the HR Systems Admin or IT Operations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